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62" r:id="rId3"/>
    <p:sldId id="263" r:id="rId4"/>
    <p:sldId id="264" r:id="rId5"/>
    <p:sldId id="268" r:id="rId6"/>
    <p:sldId id="269" r:id="rId7"/>
    <p:sldId id="260" r:id="rId8"/>
    <p:sldId id="257" r:id="rId9"/>
    <p:sldId id="271" r:id="rId10"/>
    <p:sldId id="272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97BC6-CAD4-141A-DAB4-2C7026068C16}" v="219" dt="2025-10-27T17:15:29.467"/>
    <p1510:client id="{20301D50-CBF3-BDF5-5E53-A5B256FB37B3}" v="262" dt="2025-10-27T20:21:48.251"/>
    <p1510:client id="{5FA0E169-64D9-B710-0F92-B4D43A045BA5}" v="199" dt="2025-10-27T20:24:15.524"/>
    <p1510:client id="{6B4DC832-A37C-75CB-3808-23DE3640C3BF}" v="16" dt="2025-10-27T20:28:45.925"/>
    <p1510:client id="{C207C0B6-34B7-7575-B436-D7BF2744BA28}" v="561" dt="2025-10-27T20:23:31.169"/>
    <p1510:client id="{E6A83E1E-011D-952A-52C2-1C848FE1A82D}" v="207" dt="2025-10-27T20:21:06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n, Milo (ginnms)" userId="S::ginnms@mail.uc.edu::6b9e65db-f5fc-4742-a9a7-6044b61fa4ba" providerId="AD" clId="Web-{20301D50-CBF3-BDF5-5E53-A5B256FB37B3}"/>
    <pc:docChg chg="addSld delSld modSld">
      <pc:chgData name="Ginn, Milo (ginnms)" userId="S::ginnms@mail.uc.edu::6b9e65db-f5fc-4742-a9a7-6044b61fa4ba" providerId="AD" clId="Web-{20301D50-CBF3-BDF5-5E53-A5B256FB37B3}" dt="2025-10-27T20:21:47.407" v="260" actId="20577"/>
      <pc:docMkLst>
        <pc:docMk/>
      </pc:docMkLst>
      <pc:sldChg chg="modSp">
        <pc:chgData name="Ginn, Milo (ginnms)" userId="S::ginnms@mail.uc.edu::6b9e65db-f5fc-4742-a9a7-6044b61fa4ba" providerId="AD" clId="Web-{20301D50-CBF3-BDF5-5E53-A5B256FB37B3}" dt="2025-10-27T20:19:11.892" v="148" actId="1076"/>
        <pc:sldMkLst>
          <pc:docMk/>
          <pc:sldMk cId="189822525" sldId="257"/>
        </pc:sldMkLst>
        <pc:spChg chg="mod">
          <ac:chgData name="Ginn, Milo (ginnms)" userId="S::ginnms@mail.uc.edu::6b9e65db-f5fc-4742-a9a7-6044b61fa4ba" providerId="AD" clId="Web-{20301D50-CBF3-BDF5-5E53-A5B256FB37B3}" dt="2025-10-27T20:19:11.892" v="148" actId="1076"/>
          <ac:spMkLst>
            <pc:docMk/>
            <pc:sldMk cId="189822525" sldId="257"/>
            <ac:spMk id="2" creationId="{27631360-B923-8AB1-C2C1-B8E772E28AE6}"/>
          </ac:spMkLst>
        </pc:spChg>
        <pc:picChg chg="mod">
          <ac:chgData name="Ginn, Milo (ginnms)" userId="S::ginnms@mail.uc.edu::6b9e65db-f5fc-4742-a9a7-6044b61fa4ba" providerId="AD" clId="Web-{20301D50-CBF3-BDF5-5E53-A5B256FB37B3}" dt="2025-10-27T20:07:31.412" v="1" actId="1076"/>
          <ac:picMkLst>
            <pc:docMk/>
            <pc:sldMk cId="189822525" sldId="257"/>
            <ac:picMk id="7" creationId="{C3D58FDE-DD8B-B4F0-85AA-14B52302F267}"/>
          </ac:picMkLst>
        </pc:picChg>
      </pc:sldChg>
      <pc:sldChg chg="delSp del">
        <pc:chgData name="Ginn, Milo (ginnms)" userId="S::ginnms@mail.uc.edu::6b9e65db-f5fc-4742-a9a7-6044b61fa4ba" providerId="AD" clId="Web-{20301D50-CBF3-BDF5-5E53-A5B256FB37B3}" dt="2025-10-27T20:20:03.111" v="166"/>
        <pc:sldMkLst>
          <pc:docMk/>
          <pc:sldMk cId="2643231218" sldId="258"/>
        </pc:sldMkLst>
        <pc:picChg chg="del">
          <ac:chgData name="Ginn, Milo (ginnms)" userId="S::ginnms@mail.uc.edu::6b9e65db-f5fc-4742-a9a7-6044b61fa4ba" providerId="AD" clId="Web-{20301D50-CBF3-BDF5-5E53-A5B256FB37B3}" dt="2025-10-27T20:19:39.251" v="158"/>
          <ac:picMkLst>
            <pc:docMk/>
            <pc:sldMk cId="2643231218" sldId="258"/>
            <ac:picMk id="3" creationId="{F1ECCEF7-B65E-A3B8-15AB-E8983F6088CC}"/>
          </ac:picMkLst>
        </pc:picChg>
      </pc:sldChg>
      <pc:sldChg chg="addSp delSp modSp del">
        <pc:chgData name="Ginn, Milo (ginnms)" userId="S::ginnms@mail.uc.edu::6b9e65db-f5fc-4742-a9a7-6044b61fa4ba" providerId="AD" clId="Web-{20301D50-CBF3-BDF5-5E53-A5B256FB37B3}" dt="2025-10-27T20:19:33.876" v="156"/>
        <pc:sldMkLst>
          <pc:docMk/>
          <pc:sldMk cId="1946206629" sldId="261"/>
        </pc:sldMkLst>
        <pc:spChg chg="add mod">
          <ac:chgData name="Ginn, Milo (ginnms)" userId="S::ginnms@mail.uc.edu::6b9e65db-f5fc-4742-a9a7-6044b61fa4ba" providerId="AD" clId="Web-{20301D50-CBF3-BDF5-5E53-A5B256FB37B3}" dt="2025-10-27T20:19:16.486" v="150"/>
          <ac:spMkLst>
            <pc:docMk/>
            <pc:sldMk cId="1946206629" sldId="261"/>
            <ac:spMk id="5" creationId="{70ED3123-FD76-28F7-BC73-81077F93EBDE}"/>
          </ac:spMkLst>
        </pc:spChg>
        <pc:picChg chg="del">
          <ac:chgData name="Ginn, Milo (ginnms)" userId="S::ginnms@mail.uc.edu::6b9e65db-f5fc-4742-a9a7-6044b61fa4ba" providerId="AD" clId="Web-{20301D50-CBF3-BDF5-5E53-A5B256FB37B3}" dt="2025-10-27T20:19:16.486" v="150"/>
          <ac:picMkLst>
            <pc:docMk/>
            <pc:sldMk cId="1946206629" sldId="261"/>
            <ac:picMk id="4" creationId="{A11F3921-329C-2B09-F184-B3A77802EAC5}"/>
          </ac:picMkLst>
        </pc:picChg>
      </pc:sldChg>
      <pc:sldChg chg="modSp">
        <pc:chgData name="Ginn, Milo (ginnms)" userId="S::ginnms@mail.uc.edu::6b9e65db-f5fc-4742-a9a7-6044b61fa4ba" providerId="AD" clId="Web-{20301D50-CBF3-BDF5-5E53-A5B256FB37B3}" dt="2025-10-27T20:18:40.830" v="146" actId="1076"/>
        <pc:sldMkLst>
          <pc:docMk/>
          <pc:sldMk cId="3543072373" sldId="266"/>
        </pc:sldMkLst>
        <pc:spChg chg="mod">
          <ac:chgData name="Ginn, Milo (ginnms)" userId="S::ginnms@mail.uc.edu::6b9e65db-f5fc-4742-a9a7-6044b61fa4ba" providerId="AD" clId="Web-{20301D50-CBF3-BDF5-5E53-A5B256FB37B3}" dt="2025-10-27T20:18:40.830" v="146" actId="1076"/>
          <ac:spMkLst>
            <pc:docMk/>
            <pc:sldMk cId="3543072373" sldId="266"/>
            <ac:spMk id="2" creationId="{56AAC000-A921-4A8B-3359-62820AC49D96}"/>
          </ac:spMkLst>
        </pc:spChg>
        <pc:graphicFrameChg chg="mod">
          <ac:chgData name="Ginn, Milo (ginnms)" userId="S::ginnms@mail.uc.edu::6b9e65db-f5fc-4742-a9a7-6044b61fa4ba" providerId="AD" clId="Web-{20301D50-CBF3-BDF5-5E53-A5B256FB37B3}" dt="2025-10-27T20:18:37.314" v="145" actId="1076"/>
          <ac:graphicFrameMkLst>
            <pc:docMk/>
            <pc:sldMk cId="3543072373" sldId="266"/>
            <ac:graphicFrameMk id="5" creationId="{0F2B61E3-0362-F394-347D-50F9906481D2}"/>
          </ac:graphicFrameMkLst>
        </pc:graphicFrameChg>
      </pc:sldChg>
      <pc:sldChg chg="modSp">
        <pc:chgData name="Ginn, Milo (ginnms)" userId="S::ginnms@mail.uc.edu::6b9e65db-f5fc-4742-a9a7-6044b61fa4ba" providerId="AD" clId="Web-{20301D50-CBF3-BDF5-5E53-A5B256FB37B3}" dt="2025-10-27T20:21:47.407" v="260" actId="20577"/>
        <pc:sldMkLst>
          <pc:docMk/>
          <pc:sldMk cId="2333307046" sldId="267"/>
        </pc:sldMkLst>
        <pc:spChg chg="mod">
          <ac:chgData name="Ginn, Milo (ginnms)" userId="S::ginnms@mail.uc.edu::6b9e65db-f5fc-4742-a9a7-6044b61fa4ba" providerId="AD" clId="Web-{20301D50-CBF3-BDF5-5E53-A5B256FB37B3}" dt="2025-10-27T20:21:47.407" v="260" actId="20577"/>
          <ac:spMkLst>
            <pc:docMk/>
            <pc:sldMk cId="2333307046" sldId="267"/>
            <ac:spMk id="3" creationId="{95599A33-291D-089B-DE3E-33977B40B924}"/>
          </ac:spMkLst>
        </pc:spChg>
      </pc:sldChg>
      <pc:sldChg chg="addSp delSp modSp add replId">
        <pc:chgData name="Ginn, Milo (ginnms)" userId="S::ginnms@mail.uc.edu::6b9e65db-f5fc-4742-a9a7-6044b61fa4ba" providerId="AD" clId="Web-{20301D50-CBF3-BDF5-5E53-A5B256FB37B3}" dt="2025-10-27T20:19:31.298" v="155" actId="1076"/>
        <pc:sldMkLst>
          <pc:docMk/>
          <pc:sldMk cId="2822155600" sldId="271"/>
        </pc:sldMkLst>
        <pc:picChg chg="add mod">
          <ac:chgData name="Ginn, Milo (ginnms)" userId="S::ginnms@mail.uc.edu::6b9e65db-f5fc-4742-a9a7-6044b61fa4ba" providerId="AD" clId="Web-{20301D50-CBF3-BDF5-5E53-A5B256FB37B3}" dt="2025-10-27T20:19:31.298" v="155" actId="1076"/>
          <ac:picMkLst>
            <pc:docMk/>
            <pc:sldMk cId="2822155600" sldId="271"/>
            <ac:picMk id="3" creationId="{68D3209F-594B-F837-F3F2-F12C568DF0AB}"/>
          </ac:picMkLst>
        </pc:picChg>
        <pc:picChg chg="del">
          <ac:chgData name="Ginn, Milo (ginnms)" userId="S::ginnms@mail.uc.edu::6b9e65db-f5fc-4742-a9a7-6044b61fa4ba" providerId="AD" clId="Web-{20301D50-CBF3-BDF5-5E53-A5B256FB37B3}" dt="2025-10-27T20:19:19.064" v="151"/>
          <ac:picMkLst>
            <pc:docMk/>
            <pc:sldMk cId="2822155600" sldId="271"/>
            <ac:picMk id="7" creationId="{EC9219A8-39F4-4D74-EEFF-5FAF70251FF9}"/>
          </ac:picMkLst>
        </pc:picChg>
      </pc:sldChg>
      <pc:sldChg chg="addSp delSp modSp add replId">
        <pc:chgData name="Ginn, Milo (ginnms)" userId="S::ginnms@mail.uc.edu::6b9e65db-f5fc-4742-a9a7-6044b61fa4ba" providerId="AD" clId="Web-{20301D50-CBF3-BDF5-5E53-A5B256FB37B3}" dt="2025-10-27T20:19:59.642" v="165" actId="1076"/>
        <pc:sldMkLst>
          <pc:docMk/>
          <pc:sldMk cId="1251882558" sldId="272"/>
        </pc:sldMkLst>
        <pc:picChg chg="del">
          <ac:chgData name="Ginn, Milo (ginnms)" userId="S::ginnms@mail.uc.edu::6b9e65db-f5fc-4742-a9a7-6044b61fa4ba" providerId="AD" clId="Web-{20301D50-CBF3-BDF5-5E53-A5B256FB37B3}" dt="2025-10-27T20:19:42.939" v="159"/>
          <ac:picMkLst>
            <pc:docMk/>
            <pc:sldMk cId="1251882558" sldId="272"/>
            <ac:picMk id="3" creationId="{7FFDD84E-E458-FBBA-4074-F06600674214}"/>
          </ac:picMkLst>
        </pc:picChg>
        <pc:picChg chg="add mod">
          <ac:chgData name="Ginn, Milo (ginnms)" userId="S::ginnms@mail.uc.edu::6b9e65db-f5fc-4742-a9a7-6044b61fa4ba" providerId="AD" clId="Web-{20301D50-CBF3-BDF5-5E53-A5B256FB37B3}" dt="2025-10-27T20:19:59.642" v="165" actId="1076"/>
          <ac:picMkLst>
            <pc:docMk/>
            <pc:sldMk cId="1251882558" sldId="272"/>
            <ac:picMk id="4" creationId="{03325B62-010E-1543-B674-91039B51E7B7}"/>
          </ac:picMkLst>
        </pc:picChg>
      </pc:sldChg>
    </pc:docChg>
  </pc:docChgLst>
  <pc:docChgLst>
    <pc:chgData name="Ginn, Milo (ginnms)" userId="S::ginnms@mail.uc.edu::6b9e65db-f5fc-4742-a9a7-6044b61fa4ba" providerId="AD" clId="Web-{13D97BC6-CAD4-141A-DAB4-2C7026068C16}"/>
    <pc:docChg chg="mod addSld delSld modSld addMainMaster delMainMaster">
      <pc:chgData name="Ginn, Milo (ginnms)" userId="S::ginnms@mail.uc.edu::6b9e65db-f5fc-4742-a9a7-6044b61fa4ba" providerId="AD" clId="Web-{13D97BC6-CAD4-141A-DAB4-2C7026068C16}" dt="2025-10-27T17:15:28.811" v="201" actId="20577"/>
      <pc:docMkLst>
        <pc:docMk/>
      </pc:docMkLst>
      <pc:sldChg chg="modSp mod modClrScheme chgLayout">
        <pc:chgData name="Ginn, Milo (ginnms)" userId="S::ginnms@mail.uc.edu::6b9e65db-f5fc-4742-a9a7-6044b61fa4ba" providerId="AD" clId="Web-{13D97BC6-CAD4-141A-DAB4-2C7026068C16}" dt="2025-10-27T17:08:54.373" v="98"/>
        <pc:sldMkLst>
          <pc:docMk/>
          <pc:sldMk cId="109857222" sldId="256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modClrScheme chgLayout">
        <pc:chgData name="Ginn, Milo (ginnms)" userId="S::ginnms@mail.uc.edu::6b9e65db-f5fc-4742-a9a7-6044b61fa4ba" providerId="AD" clId="Web-{13D97BC6-CAD4-141A-DAB4-2C7026068C16}" dt="2025-10-27T17:14:48.014" v="186"/>
        <pc:sldMkLst>
          <pc:docMk/>
          <pc:sldMk cId="189822525" sldId="257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189822525" sldId="257"/>
            <ac:spMk id="2" creationId="{27631360-B923-8AB1-C2C1-B8E772E28AE6}"/>
          </ac:spMkLst>
        </pc:spChg>
        <pc:spChg chg="del">
          <ac:chgData name="Ginn, Milo (ginnms)" userId="S::ginnms@mail.uc.edu::6b9e65db-f5fc-4742-a9a7-6044b61fa4ba" providerId="AD" clId="Web-{13D97BC6-CAD4-141A-DAB4-2C7026068C16}" dt="2025-10-27T14:11:24.686" v="48"/>
          <ac:spMkLst>
            <pc:docMk/>
            <pc:sldMk cId="189822525" sldId="257"/>
            <ac:spMk id="3" creationId="{83036F8A-107B-2192-0DDD-D83DEEADDB30}"/>
          </ac:spMkLst>
        </pc:spChg>
        <pc:spChg chg="add del mod">
          <ac:chgData name="Ginn, Milo (ginnms)" userId="S::ginnms@mail.uc.edu::6b9e65db-f5fc-4742-a9a7-6044b61fa4ba" providerId="AD" clId="Web-{13D97BC6-CAD4-141A-DAB4-2C7026068C16}" dt="2025-10-27T14:12:02.639" v="56"/>
          <ac:spMkLst>
            <pc:docMk/>
            <pc:sldMk cId="189822525" sldId="257"/>
            <ac:spMk id="6" creationId="{FB5F8AC6-5B43-2EB5-9515-7A6CFB14E94C}"/>
          </ac:spMkLst>
        </pc:spChg>
        <pc:picChg chg="add del mod">
          <ac:chgData name="Ginn, Milo (ginnms)" userId="S::ginnms@mail.uc.edu::6b9e65db-f5fc-4742-a9a7-6044b61fa4ba" providerId="AD" clId="Web-{13D97BC6-CAD4-141A-DAB4-2C7026068C16}" dt="2025-10-27T17:14:48.014" v="186"/>
          <ac:picMkLst>
            <pc:docMk/>
            <pc:sldMk cId="189822525" sldId="257"/>
            <ac:picMk id="3" creationId="{A845C460-D8EA-046E-C030-6CBCE5716DE1}"/>
          </ac:picMkLst>
        </pc:picChg>
        <pc:picChg chg="add del mod ord">
          <ac:chgData name="Ginn, Milo (ginnms)" userId="S::ginnms@mail.uc.edu::6b9e65db-f5fc-4742-a9a7-6044b61fa4ba" providerId="AD" clId="Web-{13D97BC6-CAD4-141A-DAB4-2C7026068C16}" dt="2025-10-27T14:11:54.608" v="55"/>
          <ac:picMkLst>
            <pc:docMk/>
            <pc:sldMk cId="189822525" sldId="257"/>
            <ac:picMk id="4" creationId="{8E807CA0-B96E-5A65-D5BE-27DC6DE514B5}"/>
          </ac:picMkLst>
        </pc:picChg>
        <pc:picChg chg="add mod">
          <ac:chgData name="Ginn, Milo (ginnms)" userId="S::ginnms@mail.uc.edu::6b9e65db-f5fc-4742-a9a7-6044b61fa4ba" providerId="AD" clId="Web-{13D97BC6-CAD4-141A-DAB4-2C7026068C16}" dt="2025-10-27T17:14:47.405" v="184" actId="14100"/>
          <ac:picMkLst>
            <pc:docMk/>
            <pc:sldMk cId="189822525" sldId="257"/>
            <ac:picMk id="7" creationId="{C3D58FDE-DD8B-B4F0-85AA-14B52302F267}"/>
          </ac:picMkLst>
        </pc:picChg>
        <pc:picChg chg="add del mod">
          <ac:chgData name="Ginn, Milo (ginnms)" userId="S::ginnms@mail.uc.edu::6b9e65db-f5fc-4742-a9a7-6044b61fa4ba" providerId="AD" clId="Web-{13D97BC6-CAD4-141A-DAB4-2C7026068C16}" dt="2025-10-27T17:08:00.138" v="90"/>
          <ac:picMkLst>
            <pc:docMk/>
            <pc:sldMk cId="189822525" sldId="257"/>
            <ac:picMk id="8" creationId="{065C9CC2-DFBB-3925-2E67-C3A30215E688}"/>
          </ac:picMkLst>
        </pc:picChg>
        <pc:picChg chg="add del mod">
          <ac:chgData name="Ginn, Milo (ginnms)" userId="S::ginnms@mail.uc.edu::6b9e65db-f5fc-4742-a9a7-6044b61fa4ba" providerId="AD" clId="Web-{13D97BC6-CAD4-141A-DAB4-2C7026068C16}" dt="2025-10-27T14:14:39.764" v="75"/>
          <ac:picMkLst>
            <pc:docMk/>
            <pc:sldMk cId="189822525" sldId="257"/>
            <ac:picMk id="9" creationId="{9B6F7C9A-C17A-2CCD-CFB6-5A109545FC75}"/>
          </ac:picMkLst>
        </pc:picChg>
      </pc:sldChg>
      <pc:sldChg chg="modSp new del">
        <pc:chgData name="Ginn, Milo (ginnms)" userId="S::ginnms@mail.uc.edu::6b9e65db-f5fc-4742-a9a7-6044b61fa4ba" providerId="AD" clId="Web-{13D97BC6-CAD4-141A-DAB4-2C7026068C16}" dt="2025-10-27T14:10:16.030" v="46"/>
        <pc:sldMkLst>
          <pc:docMk/>
          <pc:sldMk cId="923689425" sldId="257"/>
        </pc:sldMkLst>
        <pc:spChg chg="mod">
          <ac:chgData name="Ginn, Milo (ginnms)" userId="S::ginnms@mail.uc.edu::6b9e65db-f5fc-4742-a9a7-6044b61fa4ba" providerId="AD" clId="Web-{13D97BC6-CAD4-141A-DAB4-2C7026068C16}" dt="2025-10-27T14:00:17.827" v="37" actId="20577"/>
          <ac:spMkLst>
            <pc:docMk/>
            <pc:sldMk cId="923689425" sldId="257"/>
            <ac:spMk id="2" creationId="{09A1A483-183B-6DE5-ED1E-EA2441C29AB3}"/>
          </ac:spMkLst>
        </pc:spChg>
      </pc:sldChg>
      <pc:sldChg chg="modSp new del">
        <pc:chgData name="Ginn, Milo (ginnms)" userId="S::ginnms@mail.uc.edu::6b9e65db-f5fc-4742-a9a7-6044b61fa4ba" providerId="AD" clId="Web-{13D97BC6-CAD4-141A-DAB4-2C7026068C16}" dt="2025-10-27T14:10:14.124" v="45"/>
        <pc:sldMkLst>
          <pc:docMk/>
          <pc:sldMk cId="941095849" sldId="258"/>
        </pc:sldMkLst>
        <pc:spChg chg="mod">
          <ac:chgData name="Ginn, Milo (ginnms)" userId="S::ginnms@mail.uc.edu::6b9e65db-f5fc-4742-a9a7-6044b61fa4ba" providerId="AD" clId="Web-{13D97BC6-CAD4-141A-DAB4-2C7026068C16}" dt="2025-10-27T14:10:10.983" v="44" actId="20577"/>
          <ac:spMkLst>
            <pc:docMk/>
            <pc:sldMk cId="941095849" sldId="258"/>
            <ac:spMk id="2" creationId="{1062A1A7-DF6A-45ED-CEA8-7B7CB81E41C1}"/>
          </ac:spMkLst>
        </pc:spChg>
      </pc:sldChg>
      <pc:sldChg chg="addSp delSp modSp add mod replId modClrScheme chgLayout">
        <pc:chgData name="Ginn, Milo (ginnms)" userId="S::ginnms@mail.uc.edu::6b9e65db-f5fc-4742-a9a7-6044b61fa4ba" providerId="AD" clId="Web-{13D97BC6-CAD4-141A-DAB4-2C7026068C16}" dt="2025-10-27T17:12:32.280" v="142" actId="1076"/>
        <pc:sldMkLst>
          <pc:docMk/>
          <pc:sldMk cId="2643231218" sldId="258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2643231218" sldId="258"/>
            <ac:spMk id="2" creationId="{B10BC26B-5771-3AA5-7484-C89AC7746D9B}"/>
          </ac:spMkLst>
        </pc:spChg>
        <pc:picChg chg="add mod">
          <ac:chgData name="Ginn, Milo (ginnms)" userId="S::ginnms@mail.uc.edu::6b9e65db-f5fc-4742-a9a7-6044b61fa4ba" providerId="AD" clId="Web-{13D97BC6-CAD4-141A-DAB4-2C7026068C16}" dt="2025-10-27T17:12:32.280" v="142" actId="1076"/>
          <ac:picMkLst>
            <pc:docMk/>
            <pc:sldMk cId="2643231218" sldId="258"/>
            <ac:picMk id="3" creationId="{F1ECCEF7-B65E-A3B8-15AB-E8983F6088CC}"/>
          </ac:picMkLst>
        </pc:picChg>
        <pc:picChg chg="del">
          <ac:chgData name="Ginn, Milo (ginnms)" userId="S::ginnms@mail.uc.edu::6b9e65db-f5fc-4742-a9a7-6044b61fa4ba" providerId="AD" clId="Web-{13D97BC6-CAD4-141A-DAB4-2C7026068C16}" dt="2025-10-27T14:13:04.796" v="68"/>
          <ac:picMkLst>
            <pc:docMk/>
            <pc:sldMk cId="2643231218" sldId="258"/>
            <ac:picMk id="7" creationId="{F4BF5E4C-970B-EF45-276A-74A6492D5B39}"/>
          </ac:picMkLst>
        </pc:picChg>
        <pc:picChg chg="del">
          <ac:chgData name="Ginn, Milo (ginnms)" userId="S::ginnms@mail.uc.edu::6b9e65db-f5fc-4742-a9a7-6044b61fa4ba" providerId="AD" clId="Web-{13D97BC6-CAD4-141A-DAB4-2C7026068C16}" dt="2025-10-27T14:13:03.483" v="67"/>
          <ac:picMkLst>
            <pc:docMk/>
            <pc:sldMk cId="2643231218" sldId="258"/>
            <ac:picMk id="8" creationId="{5CEFBEC6-015E-ECC0-89C1-98C043DAD43C}"/>
          </ac:picMkLst>
        </pc:picChg>
        <pc:picChg chg="del mod">
          <ac:chgData name="Ginn, Milo (ginnms)" userId="S::ginnms@mail.uc.edu::6b9e65db-f5fc-4742-a9a7-6044b61fa4ba" providerId="AD" clId="Web-{13D97BC6-CAD4-141A-DAB4-2C7026068C16}" dt="2025-10-27T14:14:06.311" v="72"/>
          <ac:picMkLst>
            <pc:docMk/>
            <pc:sldMk cId="2643231218" sldId="258"/>
            <ac:picMk id="9" creationId="{F3A2D429-7B16-5C81-9FA3-EC50A4C2B169}"/>
          </ac:picMkLst>
        </pc:picChg>
      </pc:sldChg>
      <pc:sldChg chg="modSp new mod modClrScheme chgLayout">
        <pc:chgData name="Ginn, Milo (ginnms)" userId="S::ginnms@mail.uc.edu::6b9e65db-f5fc-4742-a9a7-6044b61fa4ba" providerId="AD" clId="Web-{13D97BC6-CAD4-141A-DAB4-2C7026068C16}" dt="2025-10-27T17:08:54.373" v="98"/>
        <pc:sldMkLst>
          <pc:docMk/>
          <pc:sldMk cId="3573655966" sldId="259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3573655966" sldId="259"/>
            <ac:spMk id="2" creationId="{2D595900-3470-1AE5-E3B2-8DF553705FD7}"/>
          </ac:spMkLst>
        </pc:spChg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3573655966" sldId="259"/>
            <ac:spMk id="3" creationId="{44945DAC-DBB8-DE7E-3647-8C7CDE27AE23}"/>
          </ac:spMkLst>
        </pc:spChg>
      </pc:sldChg>
      <pc:sldChg chg="modSp new mod modClrScheme chgLayout">
        <pc:chgData name="Ginn, Milo (ginnms)" userId="S::ginnms@mail.uc.edu::6b9e65db-f5fc-4742-a9a7-6044b61fa4ba" providerId="AD" clId="Web-{13D97BC6-CAD4-141A-DAB4-2C7026068C16}" dt="2025-10-27T17:08:54.373" v="98"/>
        <pc:sldMkLst>
          <pc:docMk/>
          <pc:sldMk cId="4052750993" sldId="260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4052750993" sldId="260"/>
            <ac:spMk id="2" creationId="{536D8536-4A8F-C4AA-8AE0-6FF730583E9B}"/>
          </ac:spMkLst>
        </pc:spChg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4052750993" sldId="260"/>
            <ac:spMk id="3" creationId="{839B271B-E2FF-992B-E603-4A5ADDB68E65}"/>
          </ac:spMkLst>
        </pc:spChg>
      </pc:sldChg>
      <pc:sldChg chg="addSp delSp modSp new add del mod modClrScheme chgLayout">
        <pc:chgData name="Ginn, Milo (ginnms)" userId="S::ginnms@mail.uc.edu::6b9e65db-f5fc-4742-a9a7-6044b61fa4ba" providerId="AD" clId="Web-{13D97BC6-CAD4-141A-DAB4-2C7026068C16}" dt="2025-10-27T17:14:48.733" v="187"/>
        <pc:sldMkLst>
          <pc:docMk/>
          <pc:sldMk cId="1946206629" sldId="261"/>
        </pc:sldMkLst>
        <pc:spChg chg="mod ord">
          <ac:chgData name="Ginn, Milo (ginnms)" userId="S::ginnms@mail.uc.edu::6b9e65db-f5fc-4742-a9a7-6044b61fa4ba" providerId="AD" clId="Web-{13D97BC6-CAD4-141A-DAB4-2C7026068C16}" dt="2025-10-27T17:08:54.373" v="98"/>
          <ac:spMkLst>
            <pc:docMk/>
            <pc:sldMk cId="1946206629" sldId="261"/>
            <ac:spMk id="2" creationId="{6A283B01-C852-1126-348D-82CE2B8FB280}"/>
          </ac:spMkLst>
        </pc:spChg>
        <pc:spChg chg="del">
          <ac:chgData name="Ginn, Milo (ginnms)" userId="S::ginnms@mail.uc.edu::6b9e65db-f5fc-4742-a9a7-6044b61fa4ba" providerId="AD" clId="Web-{13D97BC6-CAD4-141A-DAB4-2C7026068C16}" dt="2025-10-27T17:08:17.014" v="95"/>
          <ac:spMkLst>
            <pc:docMk/>
            <pc:sldMk cId="1946206629" sldId="261"/>
            <ac:spMk id="3" creationId="{94163248-6932-5F9F-9D53-8E85B23B22CA}"/>
          </ac:spMkLst>
        </pc:spChg>
        <pc:spChg chg="add del mod">
          <ac:chgData name="Ginn, Milo (ginnms)" userId="S::ginnms@mail.uc.edu::6b9e65db-f5fc-4742-a9a7-6044b61fa4ba" providerId="AD" clId="Web-{13D97BC6-CAD4-141A-DAB4-2C7026068C16}" dt="2025-10-27T17:14:48.733" v="187"/>
          <ac:spMkLst>
            <pc:docMk/>
            <pc:sldMk cId="1946206629" sldId="261"/>
            <ac:spMk id="6" creationId="{9FBF41FC-8314-1C00-0B57-7CAE3583782E}"/>
          </ac:spMkLst>
        </pc:spChg>
        <pc:picChg chg="add del mod ord">
          <ac:chgData name="Ginn, Milo (ginnms)" userId="S::ginnms@mail.uc.edu::6b9e65db-f5fc-4742-a9a7-6044b61fa4ba" providerId="AD" clId="Web-{13D97BC6-CAD4-141A-DAB4-2C7026068C16}" dt="2025-10-27T17:14:48.733" v="187"/>
          <ac:picMkLst>
            <pc:docMk/>
            <pc:sldMk cId="1946206629" sldId="261"/>
            <ac:picMk id="4" creationId="{A11F3921-329C-2B09-F184-B3A77802EAC5}"/>
          </ac:picMkLst>
        </pc:picChg>
      </pc:sldChg>
      <pc:sldChg chg="modSp new">
        <pc:chgData name="Ginn, Milo (ginnms)" userId="S::ginnms@mail.uc.edu::6b9e65db-f5fc-4742-a9a7-6044b61fa4ba" providerId="AD" clId="Web-{13D97BC6-CAD4-141A-DAB4-2C7026068C16}" dt="2025-10-27T17:13:12.452" v="143" actId="20577"/>
        <pc:sldMkLst>
          <pc:docMk/>
          <pc:sldMk cId="2206162004" sldId="262"/>
        </pc:sldMkLst>
        <pc:spChg chg="mod">
          <ac:chgData name="Ginn, Milo (ginnms)" userId="S::ginnms@mail.uc.edu::6b9e65db-f5fc-4742-a9a7-6044b61fa4ba" providerId="AD" clId="Web-{13D97BC6-CAD4-141A-DAB4-2C7026068C16}" dt="2025-10-27T17:09:58.420" v="101" actId="20577"/>
          <ac:spMkLst>
            <pc:docMk/>
            <pc:sldMk cId="2206162004" sldId="262"/>
            <ac:spMk id="2" creationId="{3BADBCC6-748A-B309-0126-E73171BDAA46}"/>
          </ac:spMkLst>
        </pc:spChg>
        <pc:spChg chg="mod">
          <ac:chgData name="Ginn, Milo (ginnms)" userId="S::ginnms@mail.uc.edu::6b9e65db-f5fc-4742-a9a7-6044b61fa4ba" providerId="AD" clId="Web-{13D97BC6-CAD4-141A-DAB4-2C7026068C16}" dt="2025-10-27T17:13:12.452" v="143" actId="20577"/>
          <ac:spMkLst>
            <pc:docMk/>
            <pc:sldMk cId="2206162004" sldId="262"/>
            <ac:spMk id="3" creationId="{7BBBB637-740E-187E-3530-0E8D5E62B6C7}"/>
          </ac:spMkLst>
        </pc:spChg>
      </pc:sldChg>
      <pc:sldChg chg="modSp new">
        <pc:chgData name="Ginn, Milo (ginnms)" userId="S::ginnms@mail.uc.edu::6b9e65db-f5fc-4742-a9a7-6044b61fa4ba" providerId="AD" clId="Web-{13D97BC6-CAD4-141A-DAB4-2C7026068C16}" dt="2025-10-27T17:13:33.967" v="153" actId="20577"/>
        <pc:sldMkLst>
          <pc:docMk/>
          <pc:sldMk cId="3236904911" sldId="263"/>
        </pc:sldMkLst>
        <pc:spChg chg="mod">
          <ac:chgData name="Ginn, Milo (ginnms)" userId="S::ginnms@mail.uc.edu::6b9e65db-f5fc-4742-a9a7-6044b61fa4ba" providerId="AD" clId="Web-{13D97BC6-CAD4-141A-DAB4-2C7026068C16}" dt="2025-10-27T17:13:33.967" v="153" actId="20577"/>
          <ac:spMkLst>
            <pc:docMk/>
            <pc:sldMk cId="3236904911" sldId="263"/>
            <ac:spMk id="2" creationId="{3FB71BFD-926F-6A7E-C615-BF2978BF68E3}"/>
          </ac:spMkLst>
        </pc:spChg>
      </pc:sldChg>
      <pc:sldChg chg="modSp new">
        <pc:chgData name="Ginn, Milo (ginnms)" userId="S::ginnms@mail.uc.edu::6b9e65db-f5fc-4742-a9a7-6044b61fa4ba" providerId="AD" clId="Web-{13D97BC6-CAD4-141A-DAB4-2C7026068C16}" dt="2025-10-27T17:13:43.545" v="158" actId="20577"/>
        <pc:sldMkLst>
          <pc:docMk/>
          <pc:sldMk cId="3612090451" sldId="264"/>
        </pc:sldMkLst>
        <pc:spChg chg="mod">
          <ac:chgData name="Ginn, Milo (ginnms)" userId="S::ginnms@mail.uc.edu::6b9e65db-f5fc-4742-a9a7-6044b61fa4ba" providerId="AD" clId="Web-{13D97BC6-CAD4-141A-DAB4-2C7026068C16}" dt="2025-10-27T17:13:43.545" v="158" actId="20577"/>
          <ac:spMkLst>
            <pc:docMk/>
            <pc:sldMk cId="3612090451" sldId="264"/>
            <ac:spMk id="2" creationId="{24316C4D-BE1A-B747-6746-82C898AE2C36}"/>
          </ac:spMkLst>
        </pc:spChg>
      </pc:sldChg>
      <pc:sldChg chg="modSp new">
        <pc:chgData name="Ginn, Milo (ginnms)" userId="S::ginnms@mail.uc.edu::6b9e65db-f5fc-4742-a9a7-6044b61fa4ba" providerId="AD" clId="Web-{13D97BC6-CAD4-141A-DAB4-2C7026068C16}" dt="2025-10-27T17:14:51.671" v="189" actId="20577"/>
        <pc:sldMkLst>
          <pc:docMk/>
          <pc:sldMk cId="1945509947" sldId="265"/>
        </pc:sldMkLst>
        <pc:spChg chg="mod">
          <ac:chgData name="Ginn, Milo (ginnms)" userId="S::ginnms@mail.uc.edu::6b9e65db-f5fc-4742-a9a7-6044b61fa4ba" providerId="AD" clId="Web-{13D97BC6-CAD4-141A-DAB4-2C7026068C16}" dt="2025-10-27T17:14:51.671" v="189" actId="20577"/>
          <ac:spMkLst>
            <pc:docMk/>
            <pc:sldMk cId="1945509947" sldId="265"/>
            <ac:spMk id="2" creationId="{1B344C66-E399-1AE7-1039-A9CEC7A21356}"/>
          </ac:spMkLst>
        </pc:spChg>
      </pc:sldChg>
      <pc:sldChg chg="modSp new">
        <pc:chgData name="Ginn, Milo (ginnms)" userId="S::ginnms@mail.uc.edu::6b9e65db-f5fc-4742-a9a7-6044b61fa4ba" providerId="AD" clId="Web-{13D97BC6-CAD4-141A-DAB4-2C7026068C16}" dt="2025-10-27T17:15:21.921" v="194" actId="20577"/>
        <pc:sldMkLst>
          <pc:docMk/>
          <pc:sldMk cId="3543072373" sldId="266"/>
        </pc:sldMkLst>
        <pc:spChg chg="mod">
          <ac:chgData name="Ginn, Milo (ginnms)" userId="S::ginnms@mail.uc.edu::6b9e65db-f5fc-4742-a9a7-6044b61fa4ba" providerId="AD" clId="Web-{13D97BC6-CAD4-141A-DAB4-2C7026068C16}" dt="2025-10-27T17:15:21.921" v="194" actId="20577"/>
          <ac:spMkLst>
            <pc:docMk/>
            <pc:sldMk cId="3543072373" sldId="266"/>
            <ac:spMk id="2" creationId="{56AAC000-A921-4A8B-3359-62820AC49D96}"/>
          </ac:spMkLst>
        </pc:spChg>
      </pc:sldChg>
      <pc:sldChg chg="modSp new">
        <pc:chgData name="Ginn, Milo (ginnms)" userId="S::ginnms@mail.uc.edu::6b9e65db-f5fc-4742-a9a7-6044b61fa4ba" providerId="AD" clId="Web-{13D97BC6-CAD4-141A-DAB4-2C7026068C16}" dt="2025-10-27T17:15:28.811" v="201" actId="20577"/>
        <pc:sldMkLst>
          <pc:docMk/>
          <pc:sldMk cId="2333307046" sldId="267"/>
        </pc:sldMkLst>
        <pc:spChg chg="mod">
          <ac:chgData name="Ginn, Milo (ginnms)" userId="S::ginnms@mail.uc.edu::6b9e65db-f5fc-4742-a9a7-6044b61fa4ba" providerId="AD" clId="Web-{13D97BC6-CAD4-141A-DAB4-2C7026068C16}" dt="2025-10-27T17:15:28.811" v="201" actId="20577"/>
          <ac:spMkLst>
            <pc:docMk/>
            <pc:sldMk cId="2333307046" sldId="267"/>
            <ac:spMk id="2" creationId="{AB8A54E1-32E8-1E28-BC2F-C4BE1103110D}"/>
          </ac:spMkLst>
        </pc:spChg>
      </pc:sldChg>
      <pc:sldMasterChg chg="add del addSldLayout delSldLayout">
        <pc:chgData name="Ginn, Milo (ginnms)" userId="S::ginnms@mail.uc.edu::6b9e65db-f5fc-4742-a9a7-6044b61fa4ba" providerId="AD" clId="Web-{13D97BC6-CAD4-141A-DAB4-2C7026068C16}" dt="2025-10-27T17:08:54.373" v="98"/>
        <pc:sldMasterMkLst>
          <pc:docMk/>
          <pc:sldMasterMk cId="2460954070" sldId="2147483660"/>
        </pc:sldMasterMkLst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Ginn, Milo (ginnms)" userId="S::ginnms@mail.uc.edu::6b9e65db-f5fc-4742-a9a7-6044b61fa4ba" providerId="AD" clId="Web-{13D97BC6-CAD4-141A-DAB4-2C7026068C16}" dt="2025-10-27T17:08:54.373" v="98"/>
        <pc:sldMasterMkLst>
          <pc:docMk/>
          <pc:sldMasterMk cId="30787651" sldId="2147483672"/>
        </pc:sldMasterMkLst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394184529" sldId="2147483673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96397857" sldId="2147483674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820292536" sldId="2147483675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1287996481" sldId="2147483676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115757873" sldId="2147483677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3124281352" sldId="2147483678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838440461" sldId="2147483679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3825934954" sldId="2147483680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3902976398" sldId="2147483681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2765714873" sldId="2147483682"/>
          </pc:sldLayoutMkLst>
        </pc:sldLayoutChg>
        <pc:sldLayoutChg chg="add del mod replId">
          <pc:chgData name="Ginn, Milo (ginnms)" userId="S::ginnms@mail.uc.edu::6b9e65db-f5fc-4742-a9a7-6044b61fa4ba" providerId="AD" clId="Web-{13D97BC6-CAD4-141A-DAB4-2C7026068C16}" dt="2025-10-27T17:08:54.373" v="98"/>
          <pc:sldLayoutMkLst>
            <pc:docMk/>
            <pc:sldMasterMk cId="30787651" sldId="2147483672"/>
            <pc:sldLayoutMk cId="2895571895" sldId="2147483683"/>
          </pc:sldLayoutMkLst>
        </pc:sldLayoutChg>
      </pc:sldMasterChg>
    </pc:docChg>
  </pc:docChgLst>
  <pc:docChgLst>
    <pc:chgData name="Nham, Toan (nhamtd)" userId="S::nhamtd@mail.uc.edu::ec34dc3a-4bcc-4211-a045-4bb715955eae" providerId="AD" clId="Web-{6B4DC832-A37C-75CB-3808-23DE3640C3BF}"/>
    <pc:docChg chg="modSld">
      <pc:chgData name="Nham, Toan (nhamtd)" userId="S::nhamtd@mail.uc.edu::ec34dc3a-4bcc-4211-a045-4bb715955eae" providerId="AD" clId="Web-{6B4DC832-A37C-75CB-3808-23DE3640C3BF}" dt="2025-10-27T20:28:45.925" v="14" actId="20577"/>
      <pc:docMkLst>
        <pc:docMk/>
      </pc:docMkLst>
      <pc:sldChg chg="modSp">
        <pc:chgData name="Nham, Toan (nhamtd)" userId="S::nhamtd@mail.uc.edu::ec34dc3a-4bcc-4211-a045-4bb715955eae" providerId="AD" clId="Web-{6B4DC832-A37C-75CB-3808-23DE3640C3BF}" dt="2025-10-27T20:26:14.517" v="9" actId="14100"/>
        <pc:sldMkLst>
          <pc:docMk/>
          <pc:sldMk cId="3612090451" sldId="264"/>
        </pc:sldMkLst>
        <pc:spChg chg="mod">
          <ac:chgData name="Nham, Toan (nhamtd)" userId="S::nhamtd@mail.uc.edu::ec34dc3a-4bcc-4211-a045-4bb715955eae" providerId="AD" clId="Web-{6B4DC832-A37C-75CB-3808-23DE3640C3BF}" dt="2025-10-27T20:26:14.517" v="9" actId="14100"/>
          <ac:spMkLst>
            <pc:docMk/>
            <pc:sldMk cId="3612090451" sldId="264"/>
            <ac:spMk id="3" creationId="{5E65D97B-473F-185A-24BF-A7C8B989E0A4}"/>
          </ac:spMkLst>
        </pc:spChg>
      </pc:sldChg>
      <pc:sldChg chg="modSp">
        <pc:chgData name="Nham, Toan (nhamtd)" userId="S::nhamtd@mail.uc.edu::ec34dc3a-4bcc-4211-a045-4bb715955eae" providerId="AD" clId="Web-{6B4DC832-A37C-75CB-3808-23DE3640C3BF}" dt="2025-10-27T20:28:45.925" v="14" actId="20577"/>
        <pc:sldMkLst>
          <pc:docMk/>
          <pc:sldMk cId="2263774182" sldId="268"/>
        </pc:sldMkLst>
        <pc:spChg chg="mod">
          <ac:chgData name="Nham, Toan (nhamtd)" userId="S::nhamtd@mail.uc.edu::ec34dc3a-4bcc-4211-a045-4bb715955eae" providerId="AD" clId="Web-{6B4DC832-A37C-75CB-3808-23DE3640C3BF}" dt="2025-10-27T20:28:45.925" v="14" actId="20577"/>
          <ac:spMkLst>
            <pc:docMk/>
            <pc:sldMk cId="2263774182" sldId="268"/>
            <ac:spMk id="3" creationId="{9781A6A8-F9A9-9882-4E72-0668C76B56D9}"/>
          </ac:spMkLst>
        </pc:spChg>
      </pc:sldChg>
    </pc:docChg>
  </pc:docChgLst>
  <pc:docChgLst>
    <pc:chgData name="Singh, Dhruv (singhdv)" userId="S::singhdv@mail.uc.edu::fcd96ada-4386-4296-837d-3e30391e64f0" providerId="AD" clId="Web-{E6A83E1E-011D-952A-52C2-1C848FE1A82D}"/>
    <pc:docChg chg="mod modSld sldOrd addMainMaster delMainMaster">
      <pc:chgData name="Singh, Dhruv (singhdv)" userId="S::singhdv@mail.uc.edu::fcd96ada-4386-4296-837d-3e30391e64f0" providerId="AD" clId="Web-{E6A83E1E-011D-952A-52C2-1C848FE1A82D}" dt="2025-10-27T20:21:06.444" v="33" actId="1076"/>
      <pc:docMkLst>
        <pc:docMk/>
      </pc:docMkLst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109857222" sldId="256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8:31.209" v="32" actId="1076"/>
        <pc:sldMkLst>
          <pc:docMk/>
          <pc:sldMk cId="189822525" sldId="257"/>
        </pc:sldMkLst>
        <pc:spChg chg="mod ord">
          <ac:chgData name="Singh, Dhruv (singhdv)" userId="S::singhdv@mail.uc.edu::fcd96ada-4386-4296-837d-3e30391e64f0" providerId="AD" clId="Web-{E6A83E1E-011D-952A-52C2-1C848FE1A82D}" dt="2025-10-27T20:18:31.209" v="32" actId="1076"/>
          <ac:spMkLst>
            <pc:docMk/>
            <pc:sldMk cId="189822525" sldId="257"/>
            <ac:spMk id="2" creationId="{27631360-B923-8AB1-C2C1-B8E772E28AE6}"/>
          </ac:spMkLst>
        </pc:spChg>
        <pc:picChg chg="mod">
          <ac:chgData name="Singh, Dhruv (singhdv)" userId="S::singhdv@mail.uc.edu::fcd96ada-4386-4296-837d-3e30391e64f0" providerId="AD" clId="Web-{E6A83E1E-011D-952A-52C2-1C848FE1A82D}" dt="2025-10-27T20:18:28.662" v="31" actId="1076"/>
          <ac:picMkLst>
            <pc:docMk/>
            <pc:sldMk cId="189822525" sldId="257"/>
            <ac:picMk id="7" creationId="{C3D58FDE-DD8B-B4F0-85AA-14B52302F267}"/>
          </ac:picMkLst>
        </pc:pic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2643231218" sldId="258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2643231218" sldId="258"/>
            <ac:spMk id="2" creationId="{B10BC26B-5771-3AA5-7484-C89AC7746D9B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4052750993" sldId="260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4052750993" sldId="260"/>
            <ac:spMk id="2" creationId="{536D8536-4A8F-C4AA-8AE0-6FF730583E9B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4052750993" sldId="260"/>
            <ac:spMk id="3" creationId="{839B271B-E2FF-992B-E603-4A5ADDB68E65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1946206629" sldId="261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946206629" sldId="261"/>
            <ac:spMk id="2" creationId="{6A283B01-C852-1126-348D-82CE2B8FB280}"/>
          </ac:spMkLst>
        </pc:spChg>
        <pc:picChg chg="mod ord">
          <ac:chgData name="Singh, Dhruv (singhdv)" userId="S::singhdv@mail.uc.edu::fcd96ada-4386-4296-837d-3e30391e64f0" providerId="AD" clId="Web-{E6A83E1E-011D-952A-52C2-1C848FE1A82D}" dt="2025-10-27T20:17:14.896" v="16"/>
          <ac:picMkLst>
            <pc:docMk/>
            <pc:sldMk cId="1946206629" sldId="261"/>
            <ac:picMk id="4" creationId="{A11F3921-329C-2B09-F184-B3A77802EAC5}"/>
          </ac:picMkLst>
        </pc:pic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21:06.444" v="33" actId="1076"/>
        <pc:sldMkLst>
          <pc:docMk/>
          <pc:sldMk cId="2206162004" sldId="262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2206162004" sldId="262"/>
            <ac:spMk id="2" creationId="{3BADBCC6-748A-B309-0126-E73171BDAA46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21:06.444" v="33" actId="1076"/>
          <ac:spMkLst>
            <pc:docMk/>
            <pc:sldMk cId="2206162004" sldId="262"/>
            <ac:spMk id="3" creationId="{7BBBB637-740E-187E-3530-0E8D5E62B6C7}"/>
          </ac:spMkLst>
        </pc:spChg>
      </pc:sldChg>
      <pc:sldChg chg="modSp mod ord modClrScheme chgLayout">
        <pc:chgData name="Singh, Dhruv (singhdv)" userId="S::singhdv@mail.uc.edu::fcd96ada-4386-4296-837d-3e30391e64f0" providerId="AD" clId="Web-{E6A83E1E-011D-952A-52C2-1C848FE1A82D}" dt="2025-10-27T20:17:44.303" v="21" actId="1076"/>
        <pc:sldMkLst>
          <pc:docMk/>
          <pc:sldMk cId="3236904911" sldId="263"/>
        </pc:sldMkLst>
        <pc:spChg chg="mod ord">
          <ac:chgData name="Singh, Dhruv (singhdv)" userId="S::singhdv@mail.uc.edu::fcd96ada-4386-4296-837d-3e30391e64f0" providerId="AD" clId="Web-{E6A83E1E-011D-952A-52C2-1C848FE1A82D}" dt="2025-10-27T20:17:44.303" v="21" actId="1076"/>
          <ac:spMkLst>
            <pc:docMk/>
            <pc:sldMk cId="3236904911" sldId="263"/>
            <ac:spMk id="2" creationId="{3FB71BFD-926F-6A7E-C615-BF2978BF68E3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40.678" v="20" actId="14100"/>
          <ac:spMkLst>
            <pc:docMk/>
            <pc:sldMk cId="3236904911" sldId="263"/>
            <ac:spMk id="3" creationId="{9F7CE5D6-BD76-8891-25E8-5F0DE75D2468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57.287" v="24" actId="1076"/>
        <pc:sldMkLst>
          <pc:docMk/>
          <pc:sldMk cId="3612090451" sldId="264"/>
        </pc:sldMkLst>
        <pc:spChg chg="mod ord">
          <ac:chgData name="Singh, Dhruv (singhdv)" userId="S::singhdv@mail.uc.edu::fcd96ada-4386-4296-837d-3e30391e64f0" providerId="AD" clId="Web-{E6A83E1E-011D-952A-52C2-1C848FE1A82D}" dt="2025-10-27T20:17:51.521" v="23" actId="1076"/>
          <ac:spMkLst>
            <pc:docMk/>
            <pc:sldMk cId="3612090451" sldId="264"/>
            <ac:spMk id="2" creationId="{24316C4D-BE1A-B747-6746-82C898AE2C36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57.287" v="24" actId="1076"/>
          <ac:spMkLst>
            <pc:docMk/>
            <pc:sldMk cId="3612090451" sldId="264"/>
            <ac:spMk id="3" creationId="{5E65D97B-473F-185A-24BF-A7C8B989E0A4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1945509947" sldId="265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945509947" sldId="265"/>
            <ac:spMk id="2" creationId="{1B344C66-E399-1AE7-1039-A9CEC7A21356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945509947" sldId="265"/>
            <ac:spMk id="3" creationId="{600C902D-0693-C8E7-DFB1-965A4BAD09EB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3543072373" sldId="266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3543072373" sldId="266"/>
            <ac:spMk id="2" creationId="{56AAC000-A921-4A8B-3359-62820AC49D96}"/>
          </ac:spMkLst>
        </pc:spChg>
        <pc:graphicFrameChg chg="mod ord">
          <ac:chgData name="Singh, Dhruv (singhdv)" userId="S::singhdv@mail.uc.edu::fcd96ada-4386-4296-837d-3e30391e64f0" providerId="AD" clId="Web-{E6A83E1E-011D-952A-52C2-1C848FE1A82D}" dt="2025-10-27T20:17:14.896" v="16"/>
          <ac:graphicFrameMkLst>
            <pc:docMk/>
            <pc:sldMk cId="3543072373" sldId="266"/>
            <ac:graphicFrameMk id="5" creationId="{0F2B61E3-0362-F394-347D-50F9906481D2}"/>
          </ac:graphicFrameMkLst>
        </pc:graphicFrame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2333307046" sldId="267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2333307046" sldId="267"/>
            <ac:spMk id="2" creationId="{AB8A54E1-32E8-1E28-BC2F-C4BE1103110D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2333307046" sldId="267"/>
            <ac:spMk id="3" creationId="{95599A33-291D-089B-DE3E-33977B40B924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8:10.271" v="28" actId="14100"/>
        <pc:sldMkLst>
          <pc:docMk/>
          <pc:sldMk cId="2263774182" sldId="268"/>
        </pc:sldMkLst>
        <pc:spChg chg="mod ord">
          <ac:chgData name="Singh, Dhruv (singhdv)" userId="S::singhdv@mail.uc.edu::fcd96ada-4386-4296-837d-3e30391e64f0" providerId="AD" clId="Web-{E6A83E1E-011D-952A-52C2-1C848FE1A82D}" dt="2025-10-27T20:18:02.256" v="25" actId="1076"/>
          <ac:spMkLst>
            <pc:docMk/>
            <pc:sldMk cId="2263774182" sldId="268"/>
            <ac:spMk id="2" creationId="{05E2634F-278A-B828-CC99-1AE163912B25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8:10.271" v="28" actId="14100"/>
          <ac:spMkLst>
            <pc:docMk/>
            <pc:sldMk cId="2263774182" sldId="268"/>
            <ac:spMk id="3" creationId="{9781A6A8-F9A9-9882-4E72-0668C76B56D9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8:19.693" v="30" actId="1076"/>
        <pc:sldMkLst>
          <pc:docMk/>
          <pc:sldMk cId="218597581" sldId="269"/>
        </pc:sldMkLst>
        <pc:spChg chg="mod ord">
          <ac:chgData name="Singh, Dhruv (singhdv)" userId="S::singhdv@mail.uc.edu::fcd96ada-4386-4296-837d-3e30391e64f0" providerId="AD" clId="Web-{E6A83E1E-011D-952A-52C2-1C848FE1A82D}" dt="2025-10-27T20:18:15.834" v="29" actId="1076"/>
          <ac:spMkLst>
            <pc:docMk/>
            <pc:sldMk cId="218597581" sldId="269"/>
            <ac:spMk id="2" creationId="{D3EAE18C-20F3-7C93-5000-84E22B5028FB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8:19.693" v="30" actId="1076"/>
          <ac:spMkLst>
            <pc:docMk/>
            <pc:sldMk cId="218597581" sldId="269"/>
            <ac:spMk id="3" creationId="{BEF265E6-4C3C-AB60-BE10-239D677517BF}"/>
          </ac:spMkLst>
        </pc:spChg>
      </pc:sldChg>
      <pc:sldChg chg="modSp mod modClrScheme chgLayout">
        <pc:chgData name="Singh, Dhruv (singhdv)" userId="S::singhdv@mail.uc.edu::fcd96ada-4386-4296-837d-3e30391e64f0" providerId="AD" clId="Web-{E6A83E1E-011D-952A-52C2-1C848FE1A82D}" dt="2025-10-27T20:17:14.896" v="16"/>
        <pc:sldMkLst>
          <pc:docMk/>
          <pc:sldMk cId="1541246142" sldId="270"/>
        </pc:sldMkLst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541246142" sldId="270"/>
            <ac:spMk id="2" creationId="{06541E2D-FF9B-B34E-4314-8A150BBF7980}"/>
          </ac:spMkLst>
        </pc:spChg>
        <pc:spChg chg="mod ord">
          <ac:chgData name="Singh, Dhruv (singhdv)" userId="S::singhdv@mail.uc.edu::fcd96ada-4386-4296-837d-3e30391e64f0" providerId="AD" clId="Web-{E6A83E1E-011D-952A-52C2-1C848FE1A82D}" dt="2025-10-27T20:17:14.896" v="16"/>
          <ac:spMkLst>
            <pc:docMk/>
            <pc:sldMk cId="1541246142" sldId="270"/>
            <ac:spMk id="3" creationId="{87ECAFDA-2E84-619F-7962-01B7FAD16CB9}"/>
          </ac:spMkLst>
        </pc:spChg>
      </pc:sldChg>
      <pc:sldMasterChg chg="add del addSldLayout delSldLayout">
        <pc:chgData name="Singh, Dhruv (singhdv)" userId="S::singhdv@mail.uc.edu::fcd96ada-4386-4296-837d-3e30391e64f0" providerId="AD" clId="Web-{E6A83E1E-011D-952A-52C2-1C848FE1A82D}" dt="2025-10-27T20:16:50.443" v="14"/>
        <pc:sldMasterMkLst>
          <pc:docMk/>
          <pc:sldMasterMk cId="2460954070" sldId="2147483660"/>
        </pc:sldMasterMkLst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ingh, Dhruv (singhdv)" userId="S::singhdv@mail.uc.edu::fcd96ada-4386-4296-837d-3e30391e64f0" providerId="AD" clId="Web-{E6A83E1E-011D-952A-52C2-1C848FE1A82D}" dt="2025-10-27T20:16:50.443" v="1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ingh, Dhruv (singhdv)" userId="S::singhdv@mail.uc.edu::fcd96ada-4386-4296-837d-3e30391e64f0" providerId="AD" clId="Web-{E6A83E1E-011D-952A-52C2-1C848FE1A82D}" dt="2025-10-27T20:16:32.428" v="13"/>
        <pc:sldMasterMkLst>
          <pc:docMk/>
          <pc:sldMasterMk cId="406894834" sldId="2147483672"/>
        </pc:sldMasterMkLst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2804662420" sldId="2147483673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1628026783" sldId="2147483674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3558803430" sldId="2147483675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886071835" sldId="2147483676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517063171" sldId="2147483677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2847785534" sldId="2147483678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3612616814" sldId="2147483679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1198215098" sldId="2147483680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91467594" sldId="2147483681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2196092899" sldId="2147483682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6:32.428" v="13"/>
          <pc:sldLayoutMkLst>
            <pc:docMk/>
            <pc:sldMasterMk cId="406894834" sldId="2147483672"/>
            <pc:sldLayoutMk cId="3161155745" sldId="2147483683"/>
          </pc:sldLayoutMkLst>
        </pc:sldLayoutChg>
      </pc:sldMasterChg>
      <pc:sldMasterChg chg="add del addSldLayout delSldLayout modSldLayout">
        <pc:chgData name="Singh, Dhruv (singhdv)" userId="S::singhdv@mail.uc.edu::fcd96ada-4386-4296-837d-3e30391e64f0" providerId="AD" clId="Web-{E6A83E1E-011D-952A-52C2-1C848FE1A82D}" dt="2025-10-27T20:17:00.193" v="15"/>
        <pc:sldMasterMkLst>
          <pc:docMk/>
          <pc:sldMasterMk cId="3028993302" sldId="2147483672"/>
        </pc:sldMasterMkLst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1187761283" sldId="2147483673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3385206398" sldId="2147483674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3721648049" sldId="2147483675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3618567825" sldId="2147483676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3909343733" sldId="2147483677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1917999938" sldId="2147483678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1891850327" sldId="2147483679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3659438149" sldId="2147483680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2553327650" sldId="2147483681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1459281435" sldId="2147483682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00.193" v="15"/>
          <pc:sldLayoutMkLst>
            <pc:docMk/>
            <pc:sldMasterMk cId="3028993302" sldId="2147483672"/>
            <pc:sldLayoutMk cId="16845852" sldId="2147483683"/>
          </pc:sldLayoutMkLst>
        </pc:sldLayoutChg>
      </pc:sldMasterChg>
      <pc:sldMasterChg chg="add del addSldLayout delSldLayout modSldLayout">
        <pc:chgData name="Singh, Dhruv (singhdv)" userId="S::singhdv@mail.uc.edu::fcd96ada-4386-4296-837d-3e30391e64f0" providerId="AD" clId="Web-{E6A83E1E-011D-952A-52C2-1C848FE1A82D}" dt="2025-10-27T20:17:14.896" v="16"/>
        <pc:sldMasterMkLst>
          <pc:docMk/>
          <pc:sldMasterMk cId="921716701" sldId="2147483684"/>
        </pc:sldMasterMkLst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3948943349" sldId="2147483685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931957158" sldId="2147483686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917968725" sldId="2147483687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088985557" sldId="2147483688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817749930" sldId="2147483689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4172817856" sldId="2147483690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1860270197" sldId="2147483691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329420060" sldId="2147483692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418879423" sldId="2147483693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3197641134" sldId="2147483694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688357217" sldId="2147483695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1315273288" sldId="2147483696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1688862308" sldId="2147483697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610332247" sldId="2147483698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88572057" sldId="2147483699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3632269510" sldId="2147483700"/>
          </pc:sldLayoutMkLst>
        </pc:sldLayoutChg>
        <pc:sldLayoutChg chg="add del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921716701" sldId="2147483684"/>
            <pc:sldLayoutMk cId="227788822" sldId="2147483701"/>
          </pc:sldLayoutMkLst>
        </pc:sldLayoutChg>
      </pc:sldMasterChg>
      <pc:sldMasterChg chg="add addSldLayout modSldLayout">
        <pc:chgData name="Singh, Dhruv (singhdv)" userId="S::singhdv@mail.uc.edu::fcd96ada-4386-4296-837d-3e30391e64f0" providerId="AD" clId="Web-{E6A83E1E-011D-952A-52C2-1C848FE1A82D}" dt="2025-10-27T20:17:14.896" v="16"/>
        <pc:sldMasterMkLst>
          <pc:docMk/>
          <pc:sldMasterMk cId="1606681958" sldId="2147483702"/>
        </pc:sldMasterMkLst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30088283" sldId="2147483703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3708854674" sldId="2147483704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3901450293" sldId="2147483705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4085790477" sldId="2147483706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1041227862" sldId="2147483707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3631743144" sldId="2147483708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907112497" sldId="2147483709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46688627" sldId="2147483710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892902545" sldId="2147483711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260356209" sldId="2147483712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320008099" sldId="2147483713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247413289" sldId="2147483714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1451061787" sldId="2147483715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3735772575" sldId="2147483716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1066115244" sldId="2147483717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168271651" sldId="2147483718"/>
          </pc:sldLayoutMkLst>
        </pc:sldLayoutChg>
        <pc:sldLayoutChg chg="add mod replId">
          <pc:chgData name="Singh, Dhruv (singhdv)" userId="S::singhdv@mail.uc.edu::fcd96ada-4386-4296-837d-3e30391e64f0" providerId="AD" clId="Web-{E6A83E1E-011D-952A-52C2-1C848FE1A82D}" dt="2025-10-27T20:17:14.896" v="16"/>
          <pc:sldLayoutMkLst>
            <pc:docMk/>
            <pc:sldMasterMk cId="1606681958" sldId="2147483702"/>
            <pc:sldLayoutMk cId="2587822390" sldId="2147483719"/>
          </pc:sldLayoutMkLst>
        </pc:sldLayoutChg>
      </pc:sldMasterChg>
    </pc:docChg>
  </pc:docChgLst>
  <pc:docChgLst>
    <pc:chgData name="Gal, Ido (galio)" userId="S::galio@mail.uc.edu::5f954a35-01e9-4ed3-bfe5-f1fcc206b0e0" providerId="AD" clId="Web-{C207C0B6-34B7-7575-B436-D7BF2744BA28}"/>
    <pc:docChg chg="addSld delSld modSld">
      <pc:chgData name="Gal, Ido (galio)" userId="S::galio@mail.uc.edu::5f954a35-01e9-4ed3-bfe5-f1fcc206b0e0" providerId="AD" clId="Web-{C207C0B6-34B7-7575-B436-D7BF2744BA28}" dt="2025-10-27T20:23:31.169" v="467"/>
      <pc:docMkLst>
        <pc:docMk/>
      </pc:docMkLst>
      <pc:sldChg chg="del">
        <pc:chgData name="Gal, Ido (galio)" userId="S::galio@mail.uc.edu::5f954a35-01e9-4ed3-bfe5-f1fcc206b0e0" providerId="AD" clId="Web-{C207C0B6-34B7-7575-B436-D7BF2744BA28}" dt="2025-10-27T18:55:34.108" v="90"/>
        <pc:sldMkLst>
          <pc:docMk/>
          <pc:sldMk cId="3573655966" sldId="259"/>
        </pc:sldMkLst>
      </pc:sldChg>
      <pc:sldChg chg="modSp">
        <pc:chgData name="Gal, Ido (galio)" userId="S::galio@mail.uc.edu::5f954a35-01e9-4ed3-bfe5-f1fcc206b0e0" providerId="AD" clId="Web-{C207C0B6-34B7-7575-B436-D7BF2744BA28}" dt="2025-10-27T18:45:27.148" v="13" actId="20577"/>
        <pc:sldMkLst>
          <pc:docMk/>
          <pc:sldMk cId="2206162004" sldId="262"/>
        </pc:sldMkLst>
        <pc:spChg chg="mod">
          <ac:chgData name="Gal, Ido (galio)" userId="S::galio@mail.uc.edu::5f954a35-01e9-4ed3-bfe5-f1fcc206b0e0" providerId="AD" clId="Web-{C207C0B6-34B7-7575-B436-D7BF2744BA28}" dt="2025-10-27T18:45:27.148" v="13" actId="20577"/>
          <ac:spMkLst>
            <pc:docMk/>
            <pc:sldMk cId="2206162004" sldId="262"/>
            <ac:spMk id="3" creationId="{7BBBB637-740E-187E-3530-0E8D5E62B6C7}"/>
          </ac:spMkLst>
        </pc:spChg>
      </pc:sldChg>
      <pc:sldChg chg="modSp">
        <pc:chgData name="Gal, Ido (galio)" userId="S::galio@mail.uc.edu::5f954a35-01e9-4ed3-bfe5-f1fcc206b0e0" providerId="AD" clId="Web-{C207C0B6-34B7-7575-B436-D7BF2744BA28}" dt="2025-10-27T19:02:03.856" v="464" actId="20577"/>
        <pc:sldMkLst>
          <pc:docMk/>
          <pc:sldMk cId="1945509947" sldId="265"/>
        </pc:sldMkLst>
        <pc:spChg chg="mod">
          <ac:chgData name="Gal, Ido (galio)" userId="S::galio@mail.uc.edu::5f954a35-01e9-4ed3-bfe5-f1fcc206b0e0" providerId="AD" clId="Web-{C207C0B6-34B7-7575-B436-D7BF2744BA28}" dt="2025-10-27T19:01:25.289" v="429"/>
          <ac:spMkLst>
            <pc:docMk/>
            <pc:sldMk cId="1945509947" sldId="265"/>
            <ac:spMk id="2" creationId="{1B344C66-E399-1AE7-1039-A9CEC7A21356}"/>
          </ac:spMkLst>
        </pc:spChg>
        <pc:spChg chg="mod">
          <ac:chgData name="Gal, Ido (galio)" userId="S::galio@mail.uc.edu::5f954a35-01e9-4ed3-bfe5-f1fcc206b0e0" providerId="AD" clId="Web-{C207C0B6-34B7-7575-B436-D7BF2744BA28}" dt="2025-10-27T19:02:03.856" v="464" actId="20577"/>
          <ac:spMkLst>
            <pc:docMk/>
            <pc:sldMk cId="1945509947" sldId="265"/>
            <ac:spMk id="3" creationId="{600C902D-0693-C8E7-DFB1-965A4BAD09EB}"/>
          </ac:spMkLst>
        </pc:spChg>
      </pc:sldChg>
      <pc:sldChg chg="addSp delSp modSp">
        <pc:chgData name="Gal, Ido (galio)" userId="S::galio@mail.uc.edu::5f954a35-01e9-4ed3-bfe5-f1fcc206b0e0" providerId="AD" clId="Web-{C207C0B6-34B7-7575-B436-D7BF2744BA28}" dt="2025-10-27T18:58:18.671" v="416"/>
        <pc:sldMkLst>
          <pc:docMk/>
          <pc:sldMk cId="3543072373" sldId="266"/>
        </pc:sldMkLst>
        <pc:spChg chg="del">
          <ac:chgData name="Gal, Ido (galio)" userId="S::galio@mail.uc.edu::5f954a35-01e9-4ed3-bfe5-f1fcc206b0e0" providerId="AD" clId="Web-{C207C0B6-34B7-7575-B436-D7BF2744BA28}" dt="2025-10-27T18:57:08.491" v="91"/>
          <ac:spMkLst>
            <pc:docMk/>
            <pc:sldMk cId="3543072373" sldId="266"/>
            <ac:spMk id="3" creationId="{A69B00C1-7BC7-AF90-ED0C-46D83115CE7F}"/>
          </ac:spMkLst>
        </pc:spChg>
        <pc:graphicFrameChg chg="add mod ord modGraphic">
          <ac:chgData name="Gal, Ido (galio)" userId="S::galio@mail.uc.edu::5f954a35-01e9-4ed3-bfe5-f1fcc206b0e0" providerId="AD" clId="Web-{C207C0B6-34B7-7575-B436-D7BF2744BA28}" dt="2025-10-27T18:58:18.671" v="416"/>
          <ac:graphicFrameMkLst>
            <pc:docMk/>
            <pc:sldMk cId="3543072373" sldId="266"/>
            <ac:graphicFrameMk id="5" creationId="{0F2B61E3-0362-F394-347D-50F9906481D2}"/>
          </ac:graphicFrameMkLst>
        </pc:graphicFrameChg>
      </pc:sldChg>
      <pc:sldChg chg="modSp new">
        <pc:chgData name="Gal, Ido (galio)" userId="S::galio@mail.uc.edu::5f954a35-01e9-4ed3-bfe5-f1fcc206b0e0" providerId="AD" clId="Web-{C207C0B6-34B7-7575-B436-D7BF2744BA28}" dt="2025-10-27T18:53:42.186" v="51"/>
        <pc:sldMkLst>
          <pc:docMk/>
          <pc:sldMk cId="2263774182" sldId="268"/>
        </pc:sldMkLst>
        <pc:spChg chg="mod">
          <ac:chgData name="Gal, Ido (galio)" userId="S::galio@mail.uc.edu::5f954a35-01e9-4ed3-bfe5-f1fcc206b0e0" providerId="AD" clId="Web-{C207C0B6-34B7-7575-B436-D7BF2744BA28}" dt="2025-10-27T18:53:42.186" v="51"/>
          <ac:spMkLst>
            <pc:docMk/>
            <pc:sldMk cId="2263774182" sldId="268"/>
            <ac:spMk id="2" creationId="{05E2634F-278A-B828-CC99-1AE163912B25}"/>
          </ac:spMkLst>
        </pc:spChg>
        <pc:spChg chg="mod">
          <ac:chgData name="Gal, Ido (galio)" userId="S::galio@mail.uc.edu::5f954a35-01e9-4ed3-bfe5-f1fcc206b0e0" providerId="AD" clId="Web-{C207C0B6-34B7-7575-B436-D7BF2744BA28}" dt="2025-10-27T18:49:59.388" v="43" actId="20577"/>
          <ac:spMkLst>
            <pc:docMk/>
            <pc:sldMk cId="2263774182" sldId="268"/>
            <ac:spMk id="3" creationId="{9781A6A8-F9A9-9882-4E72-0668C76B56D9}"/>
          </ac:spMkLst>
        </pc:spChg>
      </pc:sldChg>
      <pc:sldChg chg="modSp new">
        <pc:chgData name="Gal, Ido (galio)" userId="S::galio@mail.uc.edu::5f954a35-01e9-4ed3-bfe5-f1fcc206b0e0" providerId="AD" clId="Web-{C207C0B6-34B7-7575-B436-D7BF2744BA28}" dt="2025-10-27T18:55:02.170" v="89" actId="20577"/>
        <pc:sldMkLst>
          <pc:docMk/>
          <pc:sldMk cId="218597581" sldId="269"/>
        </pc:sldMkLst>
        <pc:spChg chg="mod">
          <ac:chgData name="Gal, Ido (galio)" userId="S::galio@mail.uc.edu::5f954a35-01e9-4ed3-bfe5-f1fcc206b0e0" providerId="AD" clId="Web-{C207C0B6-34B7-7575-B436-D7BF2744BA28}" dt="2025-10-27T18:53:18.764" v="48" actId="20577"/>
          <ac:spMkLst>
            <pc:docMk/>
            <pc:sldMk cId="218597581" sldId="269"/>
            <ac:spMk id="2" creationId="{D3EAE18C-20F3-7C93-5000-84E22B5028FB}"/>
          </ac:spMkLst>
        </pc:spChg>
        <pc:spChg chg="mod">
          <ac:chgData name="Gal, Ido (galio)" userId="S::galio@mail.uc.edu::5f954a35-01e9-4ed3-bfe5-f1fcc206b0e0" providerId="AD" clId="Web-{C207C0B6-34B7-7575-B436-D7BF2744BA28}" dt="2025-10-27T18:55:02.170" v="89" actId="20577"/>
          <ac:spMkLst>
            <pc:docMk/>
            <pc:sldMk cId="218597581" sldId="269"/>
            <ac:spMk id="3" creationId="{BEF265E6-4C3C-AB60-BE10-239D677517BF}"/>
          </ac:spMkLst>
        </pc:spChg>
      </pc:sldChg>
      <pc:sldChg chg="modSp new del">
        <pc:chgData name="Gal, Ido (galio)" userId="S::galio@mail.uc.edu::5f954a35-01e9-4ed3-bfe5-f1fcc206b0e0" providerId="AD" clId="Web-{C207C0B6-34B7-7575-B436-D7BF2744BA28}" dt="2025-10-27T20:23:31.169" v="467"/>
        <pc:sldMkLst>
          <pc:docMk/>
          <pc:sldMk cId="1541246142" sldId="270"/>
        </pc:sldMkLst>
        <pc:spChg chg="mod">
          <ac:chgData name="Gal, Ido (galio)" userId="S::galio@mail.uc.edu::5f954a35-01e9-4ed3-bfe5-f1fcc206b0e0" providerId="AD" clId="Web-{C207C0B6-34B7-7575-B436-D7BF2744BA28}" dt="2025-10-27T19:01:44.495" v="447" actId="20577"/>
          <ac:spMkLst>
            <pc:docMk/>
            <pc:sldMk cId="1541246142" sldId="270"/>
            <ac:spMk id="2" creationId="{06541E2D-FF9B-B34E-4314-8A150BBF7980}"/>
          </ac:spMkLst>
        </pc:spChg>
        <pc:spChg chg="mod">
          <ac:chgData name="Gal, Ido (galio)" userId="S::galio@mail.uc.edu::5f954a35-01e9-4ed3-bfe5-f1fcc206b0e0" providerId="AD" clId="Web-{C207C0B6-34B7-7575-B436-D7BF2744BA28}" dt="2025-10-27T19:02:15.826" v="466"/>
          <ac:spMkLst>
            <pc:docMk/>
            <pc:sldMk cId="1541246142" sldId="270"/>
            <ac:spMk id="3" creationId="{87ECAFDA-2E84-619F-7962-01B7FAD16CB9}"/>
          </ac:spMkLst>
        </pc:spChg>
      </pc:sldChg>
    </pc:docChg>
  </pc:docChgLst>
  <pc:docChgLst>
    <pc:chgData name="Jadhav, Om (jadhavor)" userId="S::jadhavor@mail.uc.edu::32c528ca-bd46-4889-bfe1-389ae756a8d3" providerId="AD" clId="Web-{5FA0E169-64D9-B710-0F92-B4D43A045BA5}"/>
    <pc:docChg chg="modSld">
      <pc:chgData name="Jadhav, Om (jadhavor)" userId="S::jadhavor@mail.uc.edu::32c528ca-bd46-4889-bfe1-389ae756a8d3" providerId="AD" clId="Web-{5FA0E169-64D9-B710-0F92-B4D43A045BA5}" dt="2025-10-27T20:14:49.843" v="204" actId="20577"/>
      <pc:docMkLst>
        <pc:docMk/>
      </pc:docMkLst>
      <pc:sldChg chg="modSp">
        <pc:chgData name="Jadhav, Om (jadhavor)" userId="S::jadhavor@mail.uc.edu::32c528ca-bd46-4889-bfe1-389ae756a8d3" providerId="AD" clId="Web-{5FA0E169-64D9-B710-0F92-B4D43A045BA5}" dt="2025-10-27T20:00:29.602" v="6" actId="20577"/>
        <pc:sldMkLst>
          <pc:docMk/>
          <pc:sldMk cId="2206162004" sldId="262"/>
        </pc:sldMkLst>
        <pc:spChg chg="mod">
          <ac:chgData name="Jadhav, Om (jadhavor)" userId="S::jadhavor@mail.uc.edu::32c528ca-bd46-4889-bfe1-389ae756a8d3" providerId="AD" clId="Web-{5FA0E169-64D9-B710-0F92-B4D43A045BA5}" dt="2025-10-27T20:00:29.602" v="6" actId="20577"/>
          <ac:spMkLst>
            <pc:docMk/>
            <pc:sldMk cId="2206162004" sldId="262"/>
            <ac:spMk id="3" creationId="{7BBBB637-740E-187E-3530-0E8D5E62B6C7}"/>
          </ac:spMkLst>
        </pc:spChg>
      </pc:sldChg>
      <pc:sldChg chg="modSp">
        <pc:chgData name="Jadhav, Om (jadhavor)" userId="S::jadhavor@mail.uc.edu::32c528ca-bd46-4889-bfe1-389ae756a8d3" providerId="AD" clId="Web-{5FA0E169-64D9-B710-0F92-B4D43A045BA5}" dt="2025-10-27T20:14:49.843" v="204" actId="20577"/>
        <pc:sldMkLst>
          <pc:docMk/>
          <pc:sldMk cId="3236904911" sldId="263"/>
        </pc:sldMkLst>
        <pc:spChg chg="mod">
          <ac:chgData name="Jadhav, Om (jadhavor)" userId="S::jadhavor@mail.uc.edu::32c528ca-bd46-4889-bfe1-389ae756a8d3" providerId="AD" clId="Web-{5FA0E169-64D9-B710-0F92-B4D43A045BA5}" dt="2025-10-27T20:14:49.843" v="204" actId="20577"/>
          <ac:spMkLst>
            <pc:docMk/>
            <pc:sldMk cId="3236904911" sldId="263"/>
            <ac:spMk id="3" creationId="{9F7CE5D6-BD76-8891-25E8-5F0DE75D2468}"/>
          </ac:spMkLst>
        </pc:spChg>
      </pc:sldChg>
      <pc:sldChg chg="modSp">
        <pc:chgData name="Jadhav, Om (jadhavor)" userId="S::jadhavor@mail.uc.edu::32c528ca-bd46-4889-bfe1-389ae756a8d3" providerId="AD" clId="Web-{5FA0E169-64D9-B710-0F92-B4D43A045BA5}" dt="2025-10-27T20:05:30.162" v="127" actId="20577"/>
        <pc:sldMkLst>
          <pc:docMk/>
          <pc:sldMk cId="3612090451" sldId="264"/>
        </pc:sldMkLst>
        <pc:spChg chg="mod">
          <ac:chgData name="Jadhav, Om (jadhavor)" userId="S::jadhavor@mail.uc.edu::32c528ca-bd46-4889-bfe1-389ae756a8d3" providerId="AD" clId="Web-{5FA0E169-64D9-B710-0F92-B4D43A045BA5}" dt="2025-10-27T20:05:30.162" v="127" actId="20577"/>
          <ac:spMkLst>
            <pc:docMk/>
            <pc:sldMk cId="3612090451" sldId="264"/>
            <ac:spMk id="3" creationId="{5E65D97B-473F-185A-24BF-A7C8B989E0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5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5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9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2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4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1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0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8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1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61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2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15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1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2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8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Fall Design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AI-Powered OPV Design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BCC6-748A-B309-0126-E73171BD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637-740E-187E-3530-0E8D5E62B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541" y="2168768"/>
            <a:ext cx="10018713" cy="31242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Advisor: Dr. Mohsen </a:t>
            </a:r>
            <a:r>
              <a:rPr lang="en-US" err="1"/>
              <a:t>Rezayat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Milo Ginn</a:t>
            </a:r>
          </a:p>
          <a:p>
            <a:r>
              <a:rPr lang="en-US"/>
              <a:t>Ido gal</a:t>
            </a:r>
          </a:p>
          <a:p>
            <a:r>
              <a:rPr lang="en-US"/>
              <a:t>Om Jadhav</a:t>
            </a:r>
          </a:p>
          <a:p>
            <a:r>
              <a:rPr lang="en-US"/>
              <a:t>Toan Nham</a:t>
            </a:r>
          </a:p>
          <a:p>
            <a:r>
              <a:rPr lang="en-US"/>
              <a:t>Dhruv Pratap Singh</a:t>
            </a:r>
          </a:p>
        </p:txBody>
      </p:sp>
    </p:spTree>
    <p:extLst>
      <p:ext uri="{BB962C8B-B14F-4D97-AF65-F5344CB8AC3E}">
        <p14:creationId xmlns:p14="http://schemas.microsoft.com/office/powerpoint/2010/main" val="220616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1BFD-926F-6A7E-C615-BF2978BF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3867"/>
            <a:ext cx="10018713" cy="1752599"/>
          </a:xfrm>
        </p:spPr>
        <p:txBody>
          <a:bodyPr/>
          <a:lstStyle/>
          <a:p>
            <a:r>
              <a:rPr lang="en-US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E5D6-BD76-8891-25E8-5F0DE75D2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643" y="1883832"/>
            <a:ext cx="9722380" cy="428836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>
                <a:ea typeface="+mn-lt"/>
                <a:cs typeface="+mn-lt"/>
              </a:rPr>
              <a:t>Goal: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Design and develop transparent, cost-effective photovoltaic (PV) cells optimized for farming and greenhouse applications.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Functionality: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Generate renewable energy while maintaining sunlight transmission for plant growth.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Enhance energy efficiency and support sustainable agriculture.</a:t>
            </a:r>
          </a:p>
          <a:p>
            <a:r>
              <a:rPr lang="en-US" b="1">
                <a:ea typeface="+mn-lt"/>
                <a:cs typeface="+mn-lt"/>
              </a:rPr>
              <a:t>Integration: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Incorporate PV technology directly into greenhouse structures.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Enable simultaneous energy generation and crop cultivation.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Outcomes: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Reduce operational costs for farmers.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Lower carbon footprint and environmental impact.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Promote self-sufficient, eco-friendly food production systems.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0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6C4D-BE1A-B747-6746-82C898AE2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542" y="-281354"/>
            <a:ext cx="10018713" cy="1752599"/>
          </a:xfrm>
        </p:spPr>
        <p:txBody>
          <a:bodyPr/>
          <a:lstStyle/>
          <a:p>
            <a:r>
              <a:rPr lang="en-US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5D97B-473F-185A-24BF-A7C8B989E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849" y="1269999"/>
            <a:ext cx="10018713" cy="495944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>
                <a:ea typeface="+mn-lt"/>
                <a:cs typeface="+mn-lt"/>
              </a:rPr>
              <a:t>Objective</a:t>
            </a:r>
            <a:r>
              <a:rPr lang="en-US">
                <a:ea typeface="+mn-lt"/>
                <a:cs typeface="+mn-lt"/>
              </a:rPr>
              <a:t>: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Develop transparent, cost-effective photovoltaic (PV) cells for farming and greenhouse use.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Innovation</a:t>
            </a:r>
            <a:r>
              <a:rPr lang="en-US">
                <a:ea typeface="+mn-lt"/>
                <a:cs typeface="+mn-lt"/>
              </a:rPr>
              <a:t>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Combine solar energy generation with light transmission needed for optimal plant growth.</a:t>
            </a:r>
            <a:endParaRPr lang="en-US" sz="2800"/>
          </a:p>
          <a:p>
            <a:r>
              <a:rPr lang="en-US" b="1">
                <a:ea typeface="+mn-lt"/>
                <a:cs typeface="+mn-lt"/>
              </a:rPr>
              <a:t>Approach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Utilize thin-film materials and spectrally selective coatings.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Employ low-cost, scalable manufacturing techniques.</a:t>
            </a:r>
          </a:p>
          <a:p>
            <a:r>
              <a:rPr lang="en-US" b="1">
                <a:ea typeface="+mn-lt"/>
                <a:cs typeface="+mn-lt"/>
              </a:rPr>
              <a:t>Benefits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Dual functionality – energy production + crop cultivation.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Reduced energy costs and lower carbon footprint.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Supports sustainable and self-sufficient agriculture.</a:t>
            </a:r>
          </a:p>
          <a:p>
            <a:r>
              <a:rPr lang="en-US" b="1">
                <a:ea typeface="+mn-lt"/>
                <a:cs typeface="+mn-lt"/>
              </a:rPr>
              <a:t>Impact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Enables energy-positive greenhouses.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Promotes smart, sustainable farming systems.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Contributes to climate resilience and food security.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9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634F-278A-B828-CC99-1AE16391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080" y="1954"/>
            <a:ext cx="10018713" cy="1752599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Use Cases for</a:t>
            </a:r>
            <a:r>
              <a:rPr lang="en-US" sz="1500">
                <a:latin typeface="Aptos"/>
              </a:rPr>
              <a:t> </a:t>
            </a:r>
            <a:r>
              <a:rPr lang="en-US">
                <a:ea typeface="+mj-lt"/>
                <a:cs typeface="+mj-lt"/>
              </a:rPr>
              <a:t>Transparent</a:t>
            </a:r>
            <a:r>
              <a:rPr lang="en-US" sz="1500">
                <a:latin typeface="Aptos"/>
              </a:rPr>
              <a:t> </a:t>
            </a:r>
            <a:r>
              <a:rPr lang="en-US">
                <a:ea typeface="+mj-lt"/>
                <a:cs typeface="+mj-lt"/>
              </a:rPr>
              <a:t>OPV Panels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1A6A8-F9A9-9882-4E72-0668C76B5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848" y="1426307"/>
            <a:ext cx="10389943" cy="468727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>
                <a:ea typeface="+mn-lt"/>
                <a:cs typeface="+mn-lt"/>
              </a:rPr>
              <a:t>Vineyard Owner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Install transparent OPV panels above crops to generate renewable energy without reducing grape quality and protect from excess heat.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Farm Worker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Use lightweight, easy-to-install OPV panels to manage the vineyard without complex tools or training.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Farmer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Apply transparent, sturdy, and flexible OPV panels on greenhouse roofs to generate electricity without blocking needed sunlight.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Farm Equipment Operator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Adopt cost-effective OPV panels to offset operational energy costs.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Architect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Integrate efficient, affordable OPV panels into building designs to increase natural light and reduce operating costs.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Homeowner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Install lightweight OPV panels on rooftops to lower electricity bills without structural changes.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Panel Designer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Leverage open-source AI models to enhance OPV panel efficiency.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7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E18C-20F3-7C93-5000-84E22B50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542" y="-359508"/>
            <a:ext cx="10018713" cy="1752599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Key </a:t>
            </a:r>
            <a:r>
              <a:rPr lang="en-US">
                <a:latin typeface="Aptos Display"/>
              </a:rPr>
              <a:t>Constraints</a:t>
            </a:r>
            <a:r>
              <a:rPr lang="en-US">
                <a:ea typeface="+mj-lt"/>
                <a:cs typeface="+mj-lt"/>
              </a:rPr>
              <a:t> &amp; Considerations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65E6-4C3C-AB60-BE10-239D6775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079" y="1211384"/>
            <a:ext cx="10018713" cy="312420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Economic: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OPV fabrication/testing is costly → use open-source tools &amp; university resources.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Limited funding → focus on efficient materials &amp; low-cost modeling.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Environmental: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Must be non-toxic, weather-resistant, recyclable.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Optimize light transmission to protect crop and soil health.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Ethical &amp; Social: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Support farmers without reducing jobs or access to green tech.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Commit to data transparency and open collaboration for global impact.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Professional &amp; Legal: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Respect IP rights, citations, and licenses for datasets and AI tools.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Security &amp; Privacy: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Ensure safe storage and sharing of AI models and simulation data.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8536-4A8F-C4AA-8AE0-6FF73058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B271B-E2FF-992B-E603-4A5ADDB68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5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1360-B923-8AB1-C2C1-B8E772E2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47" y="1954"/>
            <a:ext cx="10018713" cy="1752599"/>
          </a:xfrm>
        </p:spPr>
        <p:txBody>
          <a:bodyPr/>
          <a:lstStyle/>
          <a:p>
            <a:r>
              <a:rPr lang="en-US"/>
              <a:t>Design Diagrams</a:t>
            </a:r>
          </a:p>
        </p:txBody>
      </p:sp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C3D58FDE-DD8B-B4F0-85AA-14B52302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10" y="2440193"/>
            <a:ext cx="7760904" cy="118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ACDD-3285-617D-3465-D0B60AC6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84AE-2C44-DFBF-F5A7-782382633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47" y="1954"/>
            <a:ext cx="10018713" cy="1752599"/>
          </a:xfrm>
        </p:spPr>
        <p:txBody>
          <a:bodyPr/>
          <a:lstStyle/>
          <a:p>
            <a:r>
              <a:rPr lang="en-US"/>
              <a:t>Design Diagrams</a:t>
            </a:r>
          </a:p>
        </p:txBody>
      </p:sp>
      <p:pic>
        <p:nvPicPr>
          <p:cNvPr id="3" name="Picture 2" descr="A rectangular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68D3209F-594B-F837-F3F2-F12C568D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061" y="1365195"/>
            <a:ext cx="9523687" cy="412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5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1D00C-B203-6FF6-F2A3-AAD24F53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9E9F-8BAD-CD2E-642A-0162D045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47" y="1954"/>
            <a:ext cx="10018713" cy="1752599"/>
          </a:xfrm>
        </p:spPr>
        <p:txBody>
          <a:bodyPr/>
          <a:lstStyle/>
          <a:p>
            <a:r>
              <a:rPr lang="en-US"/>
              <a:t>Design Diagrams</a:t>
            </a:r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03325B62-010E-1543-B674-91039B51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20" y="1352550"/>
            <a:ext cx="7754992" cy="513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8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4C66-E399-1AE7-1039-A9CEC7A2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Accomplishments-First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C902D-0693-C8E7-DFB1-965A4BAD0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Foundation &amp; Exploration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Gain a solid understanding of OPV data, material properties, and system requirements.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Conduct a literature review on OPV materials, canopy geometry, and AI-based optimization methods.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Define project goals, constraints, and success metrics.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Begin exploring data preprocessing and model architecture design ideas.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0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C000-A921-4A8B-3359-62820AC4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656" y="-36786"/>
            <a:ext cx="10018713" cy="1752599"/>
          </a:xfrm>
        </p:spPr>
        <p:txBody>
          <a:bodyPr/>
          <a:lstStyle/>
          <a:p>
            <a:r>
              <a:rPr lang="en-US"/>
              <a:t>Division of Work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2B61E3-0362-F394-347D-50F990648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851803"/>
              </p:ext>
            </p:extLst>
          </p:nvPr>
        </p:nvGraphicFramePr>
        <p:xfrm>
          <a:off x="1992586" y="1259416"/>
          <a:ext cx="9450400" cy="4805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750">
                  <a:extLst>
                    <a:ext uri="{9D8B030D-6E8A-4147-A177-3AD203B41FA5}">
                      <a16:colId xmlns:a16="http://schemas.microsoft.com/office/drawing/2014/main" val="2720162258"/>
                    </a:ext>
                  </a:extLst>
                </a:gridCol>
                <a:gridCol w="1628119">
                  <a:extLst>
                    <a:ext uri="{9D8B030D-6E8A-4147-A177-3AD203B41FA5}">
                      <a16:colId xmlns:a16="http://schemas.microsoft.com/office/drawing/2014/main" val="859988917"/>
                    </a:ext>
                  </a:extLst>
                </a:gridCol>
                <a:gridCol w="1690739">
                  <a:extLst>
                    <a:ext uri="{9D8B030D-6E8A-4147-A177-3AD203B41FA5}">
                      <a16:colId xmlns:a16="http://schemas.microsoft.com/office/drawing/2014/main" val="3796635107"/>
                    </a:ext>
                  </a:extLst>
                </a:gridCol>
                <a:gridCol w="2217792">
                  <a:extLst>
                    <a:ext uri="{9D8B030D-6E8A-4147-A177-3AD203B41FA5}">
                      <a16:colId xmlns:a16="http://schemas.microsoft.com/office/drawing/2014/main" val="3982302327"/>
                    </a:ext>
                  </a:extLst>
                </a:gridCol>
              </a:tblGrid>
              <a:tr h="298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Task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Team Member(s)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Start Date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End Date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433939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Research OPV principles and system setup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Aug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Sep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232677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Design UI/UX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  <a:effectLst/>
                        </a:rPr>
                        <a:t>Mockup</a:t>
                      </a:r>
                      <a:endParaRPr lang="en-GB" sz="10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Milo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868197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Develop front-end skeleton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Milo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Nov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451162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Integrate API communication with LLM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Milo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Dec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990016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Research existing LLM models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Dhruv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Sep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961154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Develop initial LLM model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Dhruv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Nov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04851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Integrate outside data sources (GenAI section) in LLM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Dhruv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Dec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087204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Research GNN implementation options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Om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Sep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998161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Write GNN implementation code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Om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Dec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274733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Train GNN with input data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Om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Dec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Jan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90918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Test data against real-world examples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Ido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Jan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84980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Select and refine the best-performing GNN model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Ido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Mar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981065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Research GenAI model types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Toan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Sep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780406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Develop general GenAI model structure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Toan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Nov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971265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Train GenAI model on sample data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Toan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Nov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Jan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996442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Test GenAI model accuracy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Toan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Jan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097046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Research data structure representation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Ido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Sep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992767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Implement input processing functions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Ido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Oct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Nov 2025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968846"/>
                  </a:ext>
                </a:extLst>
              </a:tr>
              <a:tr h="149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Integration Testing and Debugging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Feb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Mar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671775"/>
                  </a:ext>
                </a:extLst>
              </a:tr>
              <a:tr h="298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Final Presentation and Documentation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Mar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0">
                          <a:solidFill>
                            <a:schemeClr val="tx1"/>
                          </a:solidFill>
                          <a:effectLst/>
                        </a:rPr>
                        <a:t>Apr 2026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7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07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54E1-32E8-1E28-BC2F-C4BE1103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99A33-291D-089B-DE3E-33977B40B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cap="small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/>
              </a:rPr>
              <a:t>Poster showcasing research and development</a:t>
            </a:r>
          </a:p>
          <a:p>
            <a:pPr>
              <a:buClr>
                <a:srgbClr val="1287C3"/>
              </a:buClr>
            </a:pPr>
            <a:r>
              <a:rPr lang="en-US" sz="2000" cap="small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/>
              </a:rPr>
              <a:t>Recording of interaction with LLM</a:t>
            </a:r>
          </a:p>
          <a:p>
            <a:pPr>
              <a:buClr>
                <a:srgbClr val="1287C3"/>
              </a:buClr>
            </a:pPr>
            <a:r>
              <a:rPr lang="en-US" sz="2000" cap="small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/>
              </a:rPr>
              <a:t>Possible Live service</a:t>
            </a:r>
          </a:p>
          <a:p>
            <a:pPr>
              <a:buClr>
                <a:srgbClr val="1287C3"/>
              </a:buClr>
            </a:pPr>
            <a:endParaRPr lang="en-US" sz="2000" cap="small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entury Gothic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07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Parallax</vt:lpstr>
      <vt:lpstr>Fall Design Presentation</vt:lpstr>
      <vt:lpstr>Members</vt:lpstr>
      <vt:lpstr>Purpose</vt:lpstr>
      <vt:lpstr>Abstract</vt:lpstr>
      <vt:lpstr>Use Cases for Transparent OPV Panels</vt:lpstr>
      <vt:lpstr>Key Constraints &amp; Considerations</vt:lpstr>
      <vt:lpstr>Design Diagrams</vt:lpstr>
      <vt:lpstr>Design Diagrams</vt:lpstr>
      <vt:lpstr>Design Diagrams</vt:lpstr>
      <vt:lpstr>Design Diagrams</vt:lpstr>
      <vt:lpstr>Expected Accomplishments-First Semester</vt:lpstr>
      <vt:lpstr>Division of Work</vt:lpstr>
      <vt:lpstr>Expected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2025-10-27T13:56:04Z</dcterms:created>
  <dcterms:modified xsi:type="dcterms:W3CDTF">2025-10-27T20:28:54Z</dcterms:modified>
</cp:coreProperties>
</file>